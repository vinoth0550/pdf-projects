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embedTrueTypeFonts="1" saveSubsetFonts="1">
  <p:sldMasterIdLst>
    <p:sldMasterId id="2147483648" r:id="rId5"/>
  </p:sldMasterIdLst>
  <p:sldIdLst>
    <p:sldId id="256" r:id="rId6"/>
    <p:sldId id="257" r:id="rId7"/>
  </p:sldIdLst>
  <p:sldSz cx="7556500" cy="10680700"/>
  <p:notesSz cx="7556500" cy="10680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2482" y="-91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presProps" Target="presProps.xml" /><Relationship Id="rId2" Type="http://schemas.openxmlformats.org/officeDocument/2006/relationships/tableStyles" Target="tableStyles.xml" /><Relationship Id="rId3" Type="http://schemas.openxmlformats.org/officeDocument/2006/relationships/viewProps" Target="viewProps.xml" /><Relationship Id="rId4" Type="http://schemas.openxmlformats.org/officeDocument/2006/relationships/theme" Target="theme/theme1.xml" /><Relationship Id="rId5" Type="http://schemas.openxmlformats.org/officeDocument/2006/relationships/slideMaster" Target="slideMasters/slideMaster1.xml" /><Relationship Id="rId6" Type="http://schemas.openxmlformats.org/officeDocument/2006/relationships/slide" Target="slides/slide1.xml" /><Relationship Id="rId7" Type="http://schemas.openxmlformats.org/officeDocument/2006/relationships/slide" Target="slides/slide2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Title</a:t>
            </a:r>
            <a:endParaRPr lang="en-US"/>
          </a:p>
        </p:txBody>
      </p:sp>
      <p:sp>
        <p:nvSpPr>
          <p:cNvPr id="3" name="Text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Text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6525B2-4347-4F72-BAF7-76B19438D329}" type="datetimeFigureOut">
              <a:rPr lang="en-US" smtClean="0"/>
              <a:t>27.02.2014</a:t>
            </a:fld>
            <a:endParaRPr lang="en-US"/>
          </a:p>
        </p:txBody>
      </p:sp>
      <p:sp>
        <p:nvSpPr>
          <p:cNvPr id="5" name="Foo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073CC-40D5-4B23-8DF0-9BD0A0C12F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666" y="427735"/>
            <a:ext cx="6797992" cy="17109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666" y="2459482"/>
            <a:ext cx="6797992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68130" y="9944862"/>
            <a:ext cx="2417063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7666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38394" y="9944862"/>
            <a:ext cx="1737264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В‹#В›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49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png" /><Relationship Id="rId3" Type="http://schemas.openxmlformats.org/officeDocument/2006/relationships/image" Target="../media/image2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3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2" name="object 2"/>
          <p:cNvSpPr/>
          <p:nvPr/>
        </p:nvSpPr>
        <p:spPr>
          <a:xfrm>
            <a:off x="508000" y="623699"/>
            <a:ext cx="6544000" cy="1270000"/>
          </a:xfrm>
          <a:prstGeom prst="rect">
            <a:avLst/>
          </a:prstGeom>
          <a:blipFill>
            <a:blip cstate="print" r:embed="rId3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254000" y="99962"/>
            <a:ext cx="3536057" cy="1506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85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Evaluation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Only.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Created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with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Aspose.PDF.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Copyright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2002-2025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Aspose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Pty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Ltd.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187354" y="838260"/>
            <a:ext cx="1337692" cy="32186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2234"/>
              </a:lnSpc>
              <a:spcBef>
                <a:spcPts val="0"/>
              </a:spcBef>
              <a:spcAft>
                <a:spcPts val="0"/>
              </a:spcAft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VINOTH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L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00857" y="1236239"/>
            <a:ext cx="1510685" cy="222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Banking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ffffff"/>
                </a:solidFill>
                <a:latin typeface="Arial"/>
                <a:cs typeface="Arial"/>
              </a:rPr>
              <a:t>Associate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623075" y="1614833"/>
            <a:ext cx="2466249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8000080000</a:t>
            </a:r>
            <a:r>
              <a:rPr dirty="0" sz="1100" spc="306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dirty="0" sz="1100" spc="306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ffffff"/>
                </a:solidFill>
                <a:latin typeface="Arial"/>
                <a:cs typeface="Arial"/>
              </a:rPr>
              <a:t>vinoth@example.com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5000" y="2252239"/>
            <a:ext cx="1766720" cy="222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 u="sng">
                <a:solidFill>
                  <a:srgbClr val="2e2e2e"/>
                </a:solidFill>
                <a:latin typeface="Arial"/>
                <a:cs typeface="Arial"/>
              </a:rPr>
              <a:t>PROFILE</a:t>
            </a:r>
            <a:r>
              <a:rPr dirty="0" sz="1300" b="1" u="sng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dirty="0" sz="1300" b="1" u="sng">
                <a:solidFill>
                  <a:srgbClr val="2e2e2e"/>
                </a:solidFill>
                <a:latin typeface="Arial"/>
                <a:cs typeface="Arial"/>
              </a:rPr>
              <a:t>SUMMARY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5000" y="2567333"/>
            <a:ext cx="6178804" cy="10069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Dedicated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banking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professional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with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4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years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experience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loan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processing,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cash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handling,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customer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service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within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the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financial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services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industry.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Skilled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loan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approval,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regulatory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compliance,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maintaining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accurate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transaction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records.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Strong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ability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build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trust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with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clients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while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ensuring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operational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efficiency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accuracy.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Proven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track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record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enhancing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customer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service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delivery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streamlining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banking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operations.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5000" y="3941339"/>
            <a:ext cx="1785261" cy="222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 u="sng">
                <a:solidFill>
                  <a:srgbClr val="2e2e2e"/>
                </a:solidFill>
                <a:latin typeface="Arial"/>
                <a:cs typeface="Arial"/>
              </a:rPr>
              <a:t>WORK</a:t>
            </a:r>
            <a:r>
              <a:rPr dirty="0" sz="1300" b="1" u="sng">
                <a:solidFill>
                  <a:srgbClr val="2e2e2e"/>
                </a:solidFill>
                <a:latin typeface="Arial"/>
                <a:cs typeface="Arial"/>
              </a:rPr>
              <a:t> </a:t>
            </a:r>
            <a:r>
              <a:rPr dirty="0" sz="1300" b="1" u="sng">
                <a:solidFill>
                  <a:srgbClr val="2e2e2e"/>
                </a:solidFill>
                <a:latin typeface="Arial"/>
                <a:cs typeface="Arial"/>
              </a:rPr>
              <a:t>EXPERIENCE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5000" y="4256433"/>
            <a:ext cx="3576619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Banking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Associate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(Cashier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Loan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Processing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Officer)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5000" y="4662833"/>
            <a:ext cx="3103016" cy="397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Jana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Small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Finance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Bank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Limited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[City,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State]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September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2023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April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2025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5000" y="5272433"/>
            <a:ext cx="5939922" cy="397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Executed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daily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cashier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operations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including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deposits,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withdrawals,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transfers,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maintained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balanced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cash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drawers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with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100%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accuracy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5000" y="5678833"/>
            <a:ext cx="6266458" cy="397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Processed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approved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loan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applications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while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ensuring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strict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adherence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internal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policies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regulatory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compliance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standards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5000" y="6085233"/>
            <a:ext cx="6381874" cy="397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Delivered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exceptional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customer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service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assisting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clients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with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account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services,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product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inquiries,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complex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financial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transactions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5000" y="6491633"/>
            <a:ext cx="6173279" cy="397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Maintained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comprehensive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records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generated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detailed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reports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support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branch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operations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regulatory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audits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5000" y="6898033"/>
            <a:ext cx="6149404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Consistently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met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daily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transaction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targets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while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maintaining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zero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discrepancies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cash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handling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35000" y="7304433"/>
            <a:ext cx="1340532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Banking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Associate]</a:t>
            </a:r>
          </a:p>
        </p:txBody>
      </p:sp>
      <p:sp>
        <p:nvSpPr>
          <p:cNvPr id="19" name="object 19"/>
          <p:cNvSpPr txBox="1"/>
          <p:nvPr/>
        </p:nvSpPr>
        <p:spPr>
          <a:xfrm>
            <a:off x="635000" y="7710833"/>
            <a:ext cx="2877846" cy="397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Manappuram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Finance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Limited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[City,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State]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July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2021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September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2022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635000" y="8320433"/>
            <a:ext cx="6134261" cy="397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Managed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end-to-end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customer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transactions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including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gold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loan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disbursement,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repayments,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comprehensive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account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services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635000" y="8726833"/>
            <a:ext cx="6367481" cy="397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Ensured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operational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excellence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maintaining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accuracy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financial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documentation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conducting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thorough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compliance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checks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635000" y="9133233"/>
            <a:ext cx="6344084" cy="397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Enhanced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customer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satisfaction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proactively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addressing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queries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providing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detailed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guidance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banking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products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services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35000" y="9539633"/>
            <a:ext cx="6087672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Contributed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branch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efficiency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through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meticulous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transaction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processing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documentation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object 1"/>
          <p:cNvSpPr/>
          <p:nvPr/>
        </p:nvSpPr>
        <p:spPr>
          <a:xfrm>
            <a:off x="0" y="0"/>
            <a:ext cx="12700" cy="12700"/>
          </a:xfrm>
          <a:prstGeom prst="rect">
            <a:avLst/>
          </a:prstGeom>
          <a:blipFill>
            <a:blip cstate="print" r:embed="rId2"/>
            <a:stretch>
              <a:fillRect/>
            </a:stretch>
          </a:blipFill>
        </p:spPr>
        <p:txBody>
          <a:bodyPr wrap="square" lIns="0" tIns="0" rIns="0" bIns="0" rtlCol="0">
            <a:spAutoFit/>
          </a:bodyPr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54000" y="99962"/>
            <a:ext cx="3536057" cy="15061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885"/>
              </a:lnSpc>
              <a:spcBef>
                <a:spcPts val="0"/>
              </a:spcBef>
              <a:spcAft>
                <a:spcPts val="0"/>
              </a:spcAft>
            </a:pP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Evaluation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Only.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Created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with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Aspose.PDF.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Copyright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2002-2025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Aspose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Pty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 </a:t>
            </a:r>
            <a:r>
              <a:rPr dirty="0" sz="800">
                <a:solidFill>
                  <a:srgbClr val="ff0064"/>
                </a:solidFill>
                <a:latin typeface="Times New Roman"/>
                <a:cs typeface="Times New Roman"/>
              </a:rPr>
              <a:t>Ltd.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35000" y="855239"/>
            <a:ext cx="1133809" cy="222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 u="sng">
                <a:solidFill>
                  <a:srgbClr val="2e2e2e"/>
                </a:solidFill>
                <a:latin typeface="Arial"/>
                <a:cs typeface="Arial"/>
              </a:rPr>
              <a:t>EDUCATION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35000" y="1170333"/>
            <a:ext cx="5370072" cy="6005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Bachelor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Commerce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Corporate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Secretaryship,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San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Memorial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College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Arts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Science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(Affiliated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University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Madras),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Chennai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2017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2020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635000" y="1934739"/>
            <a:ext cx="739440" cy="222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 u="sng">
                <a:solidFill>
                  <a:srgbClr val="2e2e2e"/>
                </a:solidFill>
                <a:latin typeface="Arial"/>
                <a:cs typeface="Arial"/>
              </a:rPr>
              <a:t>SKILLS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635000" y="2249833"/>
            <a:ext cx="6079554" cy="1210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Loan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Processing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Approval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Expert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application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assessment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compliance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verification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Cash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Handling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Transactions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Proficient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deposits,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withdrawals,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cash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management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Customer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Service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Relationship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Excellence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client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retention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satisfaction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Regulatory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Compliance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(KYC/AML)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Strong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knowledge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banking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regulations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standards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Account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Services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Documentation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Comprehensive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account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record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maintenance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635000" y="3469033"/>
            <a:ext cx="6009568" cy="6005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Financial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Reporting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Record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Keeping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Accurate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documentation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audit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support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Problem-Solving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Communication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Effective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resolution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of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customer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queries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operational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issues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635000" y="4078632"/>
            <a:ext cx="6289036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Excel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Word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Basic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intermediate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proficiency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data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management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documentation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635000" y="4436639"/>
            <a:ext cx="1207250" cy="222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 u="sng">
                <a:solidFill>
                  <a:srgbClr val="2e2e2e"/>
                </a:solidFill>
                <a:latin typeface="Arial"/>
                <a:cs typeface="Arial"/>
              </a:rPr>
              <a:t>LANGUAGES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635000" y="4751733"/>
            <a:ext cx="493873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Tamil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35000" y="4954933"/>
            <a:ext cx="610586" cy="1941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English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635000" y="5312939"/>
            <a:ext cx="1537369" cy="222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 u="sng">
                <a:solidFill>
                  <a:srgbClr val="2e2e2e"/>
                </a:solidFill>
                <a:latin typeface="Arial"/>
                <a:cs typeface="Arial"/>
              </a:rPr>
              <a:t>CERTIFICATIONS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635000" y="5628033"/>
            <a:ext cx="6373825" cy="8037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Best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OAC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Award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Jana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Small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Finance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Bank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Limited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Best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Supporting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DB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Award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Jana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Small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Finance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Bank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Limited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Excel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Word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Certification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Basic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Intermediate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Proficiency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(Completed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during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academic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tenure)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635000" y="6595639"/>
            <a:ext cx="895269" cy="222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 u="sng">
                <a:solidFill>
                  <a:srgbClr val="2e2e2e"/>
                </a:solidFill>
                <a:latin typeface="Arial"/>
                <a:cs typeface="Arial"/>
              </a:rPr>
              <a:t>AWARDS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635000" y="6910733"/>
            <a:ext cx="6373825" cy="8037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Best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OAC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Award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Jana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Small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Finance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Bank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Limited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Best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Supporting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DB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Award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Jana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Small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Finance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Bank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Limited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•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Excel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&amp;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Word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Certification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–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Basic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Intermediate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Proficiency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(Completed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during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academic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tenure)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635000" y="7878339"/>
            <a:ext cx="1078910" cy="222547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452"/>
              </a:lnSpc>
              <a:spcBef>
                <a:spcPts val="0"/>
              </a:spcBef>
              <a:spcAft>
                <a:spcPts val="0"/>
              </a:spcAft>
            </a:pPr>
            <a:r>
              <a:rPr dirty="0" sz="1300" b="1" u="sng">
                <a:solidFill>
                  <a:srgbClr val="2e2e2e"/>
                </a:solidFill>
                <a:latin typeface="Arial"/>
                <a:cs typeface="Arial"/>
              </a:rPr>
              <a:t>INTERESTS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635000" y="8193433"/>
            <a:ext cx="6388013" cy="397371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0" marR="0">
              <a:lnSpc>
                <a:spcPts val="1228"/>
              </a:lnSpc>
              <a:spcBef>
                <a:spcPts val="0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Skilled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in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loan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approval,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regulatory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compliance,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maintaining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accurate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transaction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records.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Strong</a:t>
            </a:r>
          </a:p>
          <a:p>
            <a:pPr marL="0" marR="0">
              <a:lnSpc>
                <a:spcPts val="1228"/>
              </a:lnSpc>
              <a:spcBef>
                <a:spcPts val="371"/>
              </a:spcBef>
              <a:spcAft>
                <a:spcPts val="0"/>
              </a:spcAft>
            </a:pP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ability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to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build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trust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with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clients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while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ensuring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operational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efficiency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and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000000"/>
                </a:solidFill>
                <a:latin typeface="Arial"/>
                <a:cs typeface="Arial"/>
              </a:rPr>
              <a:t>accuracy.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ADMIN</dc:creator>
  <cp:lastModifiedBy>ADMIN</cp:lastModifiedBy>
  <cp:revision>1</cp:revision>
  <dcterms:modified xsi:type="dcterms:W3CDTF">2025-10-22T13:20:07+05:30</dcterms:modified>
</cp:coreProperties>
</file>