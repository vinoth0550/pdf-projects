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1195832"/>
            <a:ext cx="282067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0"/>
              </a:lnSpc>
              <a:spcBef>
                <a:spcPts val="100"/>
              </a:spcBef>
            </a:pPr>
            <a:r>
              <a:rPr dirty="0" sz="1400" b="1">
                <a:solidFill>
                  <a:srgbClr val="365F91"/>
                </a:solidFill>
                <a:latin typeface="Cambria"/>
                <a:cs typeface="Cambria"/>
              </a:rPr>
              <a:t>Example</a:t>
            </a:r>
            <a:r>
              <a:rPr dirty="0" sz="1400" spc="-5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400" spc="-10" b="1">
                <a:solidFill>
                  <a:srgbClr val="365F91"/>
                </a:solidFill>
                <a:latin typeface="Cambria"/>
                <a:cs typeface="Cambria"/>
              </a:rPr>
              <a:t>table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1900"/>
              </a:lnSpc>
            </a:pP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example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10">
                <a:latin typeface="Calibri"/>
                <a:cs typeface="Calibri"/>
              </a:rPr>
              <a:t> table.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071372" y="1828800"/>
          <a:ext cx="5934710" cy="2547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/>
                <a:gridCol w="917575"/>
                <a:gridCol w="914400"/>
                <a:gridCol w="1028699"/>
                <a:gridCol w="914400"/>
                <a:gridCol w="1097279"/>
              </a:tblGrid>
              <a:tr h="3454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80" marR="313055">
                        <a:lnSpc>
                          <a:spcPct val="101699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Disability Category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Participants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80" marR="143510">
                        <a:lnSpc>
                          <a:spcPct val="101699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Ballots Completed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7945" marR="167640">
                        <a:lnSpc>
                          <a:spcPct val="101699"/>
                        </a:lnSpc>
                        <a:spcBef>
                          <a:spcPts val="695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Ballots Incomplete/ Terminated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82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Results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619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16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82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415"/>
                        </a:lnSpc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Accuracy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ts val="1415"/>
                        </a:lnSpc>
                      </a:pPr>
                      <a:r>
                        <a:rPr dirty="0" sz="1200" b="1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12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 b="1">
                          <a:latin typeface="Calibri"/>
                          <a:cs typeface="Calibri"/>
                        </a:rPr>
                        <a:t>to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49554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complete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8DB3E2"/>
                    </a:solidFill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Blind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34.5%,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1199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sec,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Low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Vision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98.3%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n=2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0033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(97.7%,</a:t>
                      </a:r>
                      <a:r>
                        <a:rPr dirty="0" sz="11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n=3)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1716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sec,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n=3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(1934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sec,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n=2)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Dexterity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98.3%,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1672.1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sec,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Mobility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95.4%,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1416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sec,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n=3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Mary</dc:creator>
  <dcterms:created xsi:type="dcterms:W3CDTF">2025-10-30T06:46:44Z</dcterms:created>
  <dcterms:modified xsi:type="dcterms:W3CDTF">2025-10-30T06:46:44Z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2011-01-23T00:00:00Z</vt:filetime>
  </property>
  <property fmtid="{D5CDD505-2E9C-101B-9397-08002B2CF9AE}" pid="3" name="Creator">
    <vt:lpwstr>Acrobat PDFMaker 9.0 for Word</vt:lpwstr>
  </property>
  <property fmtid="{D5CDD505-2E9C-101B-9397-08002B2CF9AE}" pid="4" name="LastSaved">
    <vt:filetime>2025-10-30T00:00:00Z</vt:filetime>
  </property>
  <property fmtid="{D5CDD505-2E9C-101B-9397-08002B2CF9AE}" pid="5" name="Producer">
    <vt:lpwstr>Adobe PDF Library 9.0</vt:lpwstr>
  </property>
  <property fmtid="{D5CDD505-2E9C-101B-9397-08002B2CF9AE}" pid="6" name="SourceModified">
    <vt:lpwstr>D:20110123172633</vt:lpwstr>
  </property>
</Properties>
</file>